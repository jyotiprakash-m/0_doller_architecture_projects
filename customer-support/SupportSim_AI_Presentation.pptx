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6366F1"/>
                </a:solidFill>
              </a:defRPr>
            </a:pPr>
            <a:r>
              <a:t>SupportSim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Future of Private AI Customer Support Training</a:t>
            </a:r>
          </a:p>
          <a:p>
            <a:r>
              <a:t>Full Architecture &amp; System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366F1"/>
                </a:solidFill>
              </a:defRPr>
            </a:pPr>
            <a:r>
              <a:t>System Mission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local-first, privacy-focused SaaS platform for training support agents.</a:t>
            </a:r>
          </a:p>
          <a:p>
            <a:pPr/>
            <a:r>
              <a:t>🛡️ 100% Data Privacy: Local AI inference via Ollama.</a:t>
            </a:r>
          </a:p>
          <a:p>
            <a:pPr/>
            <a:r>
              <a:t>💰 Zero API Costs: High-performance open LLMs (Llama 3.2).</a:t>
            </a:r>
          </a:p>
          <a:p>
            <a:pPr/>
            <a:r>
              <a:t>⚙️ Enterprise Scalability: Kafka-backed distributed processing.</a:t>
            </a:r>
          </a:p>
          <a:p>
            <a:pPr/>
            <a:r>
              <a:t>🤖 Intelligent Agents: Multi-agent state management with LangGraph.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366F1"/>
                </a:solidFill>
              </a:defRPr>
            </a:pPr>
            <a:r>
              <a:t>Core 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Advanced RAG: Multi-tenant document isolation.</a:t>
            </a:r>
          </a:p>
          <a:p>
            <a:r>
              <a:t>• Dynamic Simulation: Evolving emotional personas.</a:t>
            </a:r>
          </a:p>
          <a:p>
            <a:r>
              <a:t>• Automated Evaluation: Multi-metric performance scoring.</a:t>
            </a:r>
          </a:p>
          <a:p>
            <a:r>
              <a:t>• SaaS Monetization: Integrated Stripe billing &amp; credits.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366F1"/>
                </a:solidFill>
              </a:defRPr>
            </a:pPr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3664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366F1"/>
                </a:solidFill>
              </a:defRPr>
            </a:pPr>
            <a:r>
              <a:t>Modern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Frontend: Next.js 15, Tailwind CSS, Framer Motion</a:t>
            </a:r>
          </a:p>
          <a:p>
            <a:r>
              <a:t>• Backend: FastAPI (Python 3.11+), JWT Auth</a:t>
            </a:r>
          </a:p>
          <a:p>
            <a:r>
              <a:t>• AI Engine: Ollama, LangGraph, LlamaIndex</a:t>
            </a:r>
          </a:p>
          <a:p>
            <a:r>
              <a:t>• Data: SQLite (Relational), ChromaDB (Vector)</a:t>
            </a:r>
          </a:p>
          <a:p>
            <a:r>
              <a:t>• Messaging: Kafka Message Broker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366F1"/>
                </a:solidFill>
              </a:defRPr>
            </a:pPr>
            <a:r>
              <a:t>Document Indexing Pipeline (Kafka)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780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366F1"/>
                </a:solidFill>
              </a:defRPr>
            </a:pPr>
            <a:r>
              <a:t>Training Session Workflow (LangGraph)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269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366F1"/>
                </a:solidFill>
              </a:defRPr>
            </a:pPr>
            <a:r>
              <a:t>Billing &amp; Credit Fulfillment (Stripe)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9199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366F1"/>
                </a:solidFill>
              </a:defRPr>
            </a:pPr>
            <a:r>
              <a:t>Relational Database Schema (ERD)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233219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366F1"/>
                </a:solidFill>
              </a:defRPr>
            </a:pPr>
            <a:r>
              <a:t>Conclusion: The Private AI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SupportSim AI provides a premium, scalable foundation for enterprise training without compromising data privacy.</a:t>
            </a:r>
          </a:p>
          <a:p>
            <a:br/>
            <a:pPr algn="ctr"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